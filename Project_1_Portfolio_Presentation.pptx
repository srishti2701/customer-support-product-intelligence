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83473-642F-9953-FEFB-044E7CD66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B7A2F1-3088-0042-5E44-63AE686E7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C1587-B7A5-5246-BFC2-59E9EA1F5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E500-A09E-4F0D-ADE0-F6A0C1E2C4F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0C551-5086-F43C-7A12-FEB1649E4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19595-7E43-3037-9E62-CF93309C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594DB-5219-40AC-B338-C10D80743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855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DFA72-C61F-8DAB-6524-A558DEE48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E7A01-CE6A-799A-661E-B5F8576DA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9C0F4-BC12-1B92-DF3B-1D13E3DF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E500-A09E-4F0D-ADE0-F6A0C1E2C4F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82BA9-05AA-8F42-E837-14033C366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B37FC-F30B-D954-9D01-79AFB13F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594DB-5219-40AC-B338-C10D80743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73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0B856-AF69-B264-1177-FCE75DC86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4B3C9-3657-548F-426E-AD265DA6E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94FB2-4FAF-EB10-BF29-1C4A33FF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E500-A09E-4F0D-ADE0-F6A0C1E2C4F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15CDB-C4AA-49C3-4F20-A82DFA99B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660A8-942A-FC67-6695-414688FB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594DB-5219-40AC-B338-C10D80743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054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4D3CF-0CA7-55DF-3A88-E8C8CD3FE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90244-5142-F82B-662D-52BD65200A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FD5D08-D9CF-FFD5-0AA8-1E5378A17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21E39-80CD-814D-B94E-4480C204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E500-A09E-4F0D-ADE0-F6A0C1E2C4F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7B771-5E5C-B592-313E-252C274D6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CBA8C-3FD2-3BF4-3E2A-0FCF77DA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594DB-5219-40AC-B338-C10D80743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07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8CD0B-C7A4-890A-448F-056822D72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755D3-A48A-A762-2C51-2C4C67F99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50280-B945-8934-A663-E8179A81D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9FA00-FE67-9FD5-D6EC-5D42EC21CE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337272-88A0-63AB-ED33-26B9116CA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C263C4-FF42-98E7-B7E4-C6AB29CA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E500-A09E-4F0D-ADE0-F6A0C1E2C4F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C14BFA-3720-B139-C0C7-67F0364ED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71141A-0023-CBAD-588B-F43918C7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594DB-5219-40AC-B338-C10D80743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793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7998C-4B29-2ECE-8496-01AA307CB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7A496D-CEB5-3B1D-D958-F3D6D7F5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E500-A09E-4F0D-ADE0-F6A0C1E2C4F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739FF9-0F00-5974-A308-26B537C2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F2E966-F608-7D04-07BE-91F5893A2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594DB-5219-40AC-B338-C10D80743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243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1E7496-8867-4910-807C-A90E579D9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E500-A09E-4F0D-ADE0-F6A0C1E2C4F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C8BB-6B8E-ACEE-33C0-83839208A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FC100-400E-49D4-A4E6-1CF5B88FD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594DB-5219-40AC-B338-C10D80743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1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1F6AF-0920-4CFB-CDBA-268475F47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261DD-085B-7EAF-C31C-5616A2845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A88E90-07EB-C496-4E11-03F57F360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F6022-C432-5861-B8B8-35ECF36F7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E500-A09E-4F0D-ADE0-F6A0C1E2C4F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3E7F8-2E66-AAC2-99A4-EB3971B3E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9D62A-160C-2A35-CB54-8ADD78B79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594DB-5219-40AC-B338-C10D80743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129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7F59E-D130-BD2C-9EC8-761E8BB30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CDBDAD-EF45-9C36-4C7F-E5D755AAC66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CD89D-5ECD-0EA4-72A1-DF21CBA1C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80D03-7402-35CC-20AC-CA4379F66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E500-A09E-4F0D-ADE0-F6A0C1E2C4F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841AB-C865-1259-764A-07E3B751A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A6E53-1F7B-CD62-0444-E005CF37D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594DB-5219-40AC-B338-C10D80743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710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32AC9-4617-3FD3-4EDA-9B30BE634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9C1613-8A54-9A32-F611-DA43E4D0E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B7159-8DA7-436A-1347-23D9D4C69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E500-A09E-4F0D-ADE0-F6A0C1E2C4F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3FA46-A232-7142-5812-3EBDFE3E9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EF8C3-1B86-976E-BB15-2208D41B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594DB-5219-40AC-B338-C10D80743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264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2E5E24-1910-BE6D-88F4-9C4FBCFBA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F90E61-8708-66A8-C85A-0B914AC75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87C1D-51F4-826A-680B-89A2B0149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E500-A09E-4F0D-ADE0-F6A0C1E2C4F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F75F3-5541-DF9C-D811-E82EDA61C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D2DB4-D680-F631-99C3-555C2113F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594DB-5219-40AC-B338-C10D80743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268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18273E-D30E-64B9-54F5-30E4BA3EF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E32BD-4EF0-5430-45A9-F09F356F8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B8A01-8D2B-14D1-B748-045FB0C13C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4E500-A09E-4F0D-ADE0-F6A0C1E2C4F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04737-EE30-A12F-AE85-0C061A3FA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22177-622B-A2D1-E9CA-124435646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594DB-5219-40AC-B338-C10D80743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708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C713E-FA01-2260-99F3-3313389A44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A9A5C-96B3-96C4-BCE8-EA88A6B6B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330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srishti patil</dc:creator>
  <cp:lastModifiedBy>srishti patil</cp:lastModifiedBy>
  <cp:revision>1</cp:revision>
  <dcterms:created xsi:type="dcterms:W3CDTF">2026-10-20T07:12:11Z</dcterms:created>
  <dcterms:modified xsi:type="dcterms:W3CDTF">2026-10-20T07:19:46Z</dcterms:modified>
</cp:coreProperties>
</file>